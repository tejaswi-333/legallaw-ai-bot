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Indian Constitution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Constitution is the supreme law of India.</a:t>
            </a:r>
          </a:p>
          <a:p>
            <a:r>
              <a:t>• It was drafted by the Constituent Assembly.</a:t>
            </a:r>
          </a:p>
          <a:p>
            <a:r>
              <a:t>• Became effective on 26 January 1950.</a:t>
            </a:r>
          </a:p>
          <a:p>
            <a:r>
              <a:t>• Defines political principles and structure.</a:t>
            </a:r>
          </a:p>
          <a:p>
            <a:r>
              <a:t>• Specifies rights and duties of citizens.</a:t>
            </a:r>
          </a:p>
          <a:p>
            <a:r>
              <a:t>• Frames procedures and government powers.</a:t>
            </a:r>
          </a:p>
          <a:p>
            <a:r>
              <a:t>• Reflects historical and socio‑political context.</a:t>
            </a:r>
          </a:p>
          <a:p>
            <a:r>
              <a:t>• Ensures justice, liberty, equality, and fraternity.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Longest Written Constitution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India has the longest written constitution.</a:t>
            </a:r>
          </a:p>
          <a:p>
            <a:r>
              <a:t>• Originally had 395 Articles and 8 Schedules.</a:t>
            </a:r>
          </a:p>
          <a:p>
            <a:r>
              <a:t>• Now has 448 Articles and 12 Schedules.</a:t>
            </a:r>
          </a:p>
          <a:p>
            <a:r>
              <a:t>• Contains detailed procedures and provisions.</a:t>
            </a:r>
          </a:p>
          <a:p>
            <a:r>
              <a:t>• Covers governance at central and state levels.</a:t>
            </a:r>
          </a:p>
          <a:p>
            <a:r>
              <a:t>• Has undergone 100+ amendments so far.</a:t>
            </a:r>
          </a:p>
          <a:p>
            <a:r>
              <a:t>• Ensures clarity in administration.</a:t>
            </a:r>
          </a:p>
          <a:p>
            <a:r>
              <a:t>• Reflects diverse social and cultural needs.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Preamble of the Constitution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Preamble expresses the philosophy of India.</a:t>
            </a:r>
          </a:p>
          <a:p>
            <a:r>
              <a:t>• Declares India as Sovereign, Socialist, Secular.</a:t>
            </a:r>
          </a:p>
          <a:p>
            <a:r>
              <a:t>• Also declares India as Democratic and Republic.</a:t>
            </a:r>
          </a:p>
          <a:p>
            <a:r>
              <a:t>• Ensures justice for all citizens.</a:t>
            </a:r>
          </a:p>
          <a:p>
            <a:r>
              <a:t>• Promotes liberty of thought and expression.</a:t>
            </a:r>
          </a:p>
          <a:p>
            <a:r>
              <a:t>• Guarantees equality of status and opportunity.</a:t>
            </a:r>
          </a:p>
          <a:p>
            <a:r>
              <a:t>• Seeks fraternity among all citizens.</a:t>
            </a:r>
          </a:p>
          <a:p>
            <a:r>
              <a:t>• Assures unity and integrity of the nation.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Sovereign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India is free from external control.</a:t>
            </a:r>
          </a:p>
          <a:p>
            <a:r>
              <a:t>• Government makes independent decisions.</a:t>
            </a:r>
          </a:p>
          <a:p>
            <a:r>
              <a:t>• Controls internal and external policies.</a:t>
            </a:r>
          </a:p>
          <a:p>
            <a:r>
              <a:t>• Maintains relations with any nation freely.</a:t>
            </a:r>
          </a:p>
          <a:p>
            <a:r>
              <a:t>• People are the ultimate authority.</a:t>
            </a:r>
          </a:p>
          <a:p>
            <a:r>
              <a:t>• No foreign power interferes in governance.</a:t>
            </a:r>
          </a:p>
          <a:p>
            <a:r>
              <a:t>• Ensures territorial and political freedom.</a:t>
            </a:r>
          </a:p>
          <a:p>
            <a:r>
              <a:t>• Represents full autonomy in world affairs.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Socialist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India aims for social and economic equality.</a:t>
            </a:r>
          </a:p>
          <a:p>
            <a:r>
              <a:t>• Strives to remove inequality and exploitation.</a:t>
            </a:r>
          </a:p>
          <a:p>
            <a:r>
              <a:t>• Ensures fair distribution of resources.</a:t>
            </a:r>
          </a:p>
          <a:p>
            <a:r>
              <a:t>• Promotes welfare policies for all citizens.</a:t>
            </a:r>
          </a:p>
          <a:p>
            <a:r>
              <a:t>• Guarantees social justice in governance.</a:t>
            </a:r>
          </a:p>
          <a:p>
            <a:r>
              <a:t>• Supports weaker and vulnerable sections.</a:t>
            </a:r>
          </a:p>
          <a:p>
            <a:r>
              <a:t>• Discourages concentration of wealth.</a:t>
            </a:r>
          </a:p>
          <a:p>
            <a:r>
              <a:t>• Reflects commitment to public welfare.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Secular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India has no state religion.</a:t>
            </a:r>
          </a:p>
          <a:p>
            <a:r>
              <a:t>• Every religion is treated equally.</a:t>
            </a:r>
          </a:p>
          <a:p>
            <a:r>
              <a:t>• Citizens are free to practice religion.</a:t>
            </a:r>
          </a:p>
          <a:p>
            <a:r>
              <a:t>• Government does not promote any religion.</a:t>
            </a:r>
          </a:p>
          <a:p>
            <a:r>
              <a:t>• Ensures protection of minority rights.</a:t>
            </a:r>
          </a:p>
          <a:p>
            <a:r>
              <a:t>• Discourages discrimination based on faith.</a:t>
            </a:r>
          </a:p>
          <a:p>
            <a:r>
              <a:t>• Supports religious harmony and tolerance.</a:t>
            </a:r>
          </a:p>
          <a:p>
            <a:r>
              <a:t>• Upholds freedom of belief and conscience.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Democratic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People elect their representatives.</a:t>
            </a:r>
          </a:p>
          <a:p>
            <a:r>
              <a:t>• Government is accountable to the public.</a:t>
            </a:r>
          </a:p>
          <a:p>
            <a:r>
              <a:t>• Elections are held at regular intervals.</a:t>
            </a:r>
          </a:p>
          <a:p>
            <a:r>
              <a:t>• Citizens enjoy political freedoms.</a:t>
            </a:r>
          </a:p>
          <a:p>
            <a:r>
              <a:t>• Ensures equal participation for all.</a:t>
            </a:r>
          </a:p>
          <a:p>
            <a:r>
              <a:t>• Protects rights of individuals.</a:t>
            </a:r>
          </a:p>
          <a:p>
            <a:r>
              <a:t>• Democracy functions at all levels.</a:t>
            </a:r>
          </a:p>
          <a:p>
            <a:r>
              <a:t>• Encourages active public involvement.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Republic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Head of State is elected, not hereditary.</a:t>
            </a:r>
          </a:p>
          <a:p>
            <a:r>
              <a:t>• President is elected for a fixed term.</a:t>
            </a:r>
          </a:p>
          <a:p>
            <a:r>
              <a:t>• Ensures leadership based on merit.</a:t>
            </a:r>
          </a:p>
          <a:p>
            <a:r>
              <a:t>• Rejects monarchy and inherited power.</a:t>
            </a:r>
          </a:p>
          <a:p>
            <a:r>
              <a:t>• Strengthens democratic principles.</a:t>
            </a:r>
          </a:p>
          <a:p>
            <a:r>
              <a:t>• Citizens have power to choose leaders.</a:t>
            </a:r>
          </a:p>
          <a:p>
            <a:r>
              <a:t>• Promotes accountability in leadership.</a:t>
            </a:r>
          </a:p>
          <a:p>
            <a:r>
              <a:t>• Represents rule by law and not by birth.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Federal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Power is divided between Centre and States.</a:t>
            </a:r>
          </a:p>
          <a:p>
            <a:r>
              <a:t>• Constitution specifies Union, State, Concurrent lists.</a:t>
            </a:r>
          </a:p>
          <a:p>
            <a:r>
              <a:t>• States have autonomy in state subjects.</a:t>
            </a:r>
          </a:p>
          <a:p>
            <a:r>
              <a:t>• Center handles national and strategic matters.</a:t>
            </a:r>
          </a:p>
          <a:p>
            <a:r>
              <a:t>• Ensures balance of power.</a:t>
            </a:r>
          </a:p>
          <a:p>
            <a:r>
              <a:t>• Prevents dominance of one authority.</a:t>
            </a:r>
          </a:p>
          <a:p>
            <a:r>
              <a:t>• Promotes cooperative governance.</a:t>
            </a:r>
          </a:p>
          <a:p>
            <a:r>
              <a:t>• Creates dual structure of authority.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Unitary Features in Federalism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Centre has more power during emergencies.</a:t>
            </a:r>
          </a:p>
          <a:p>
            <a:r>
              <a:t>• India is often described as quasi-federal.</a:t>
            </a:r>
          </a:p>
          <a:p>
            <a:r>
              <a:t>• Strong Centre ensures national unity.</a:t>
            </a:r>
          </a:p>
          <a:p>
            <a:r>
              <a:t>• States depend on Centre for finances.</a:t>
            </a:r>
          </a:p>
          <a:p>
            <a:r>
              <a:t>• Parliament can change state boundaries.</a:t>
            </a:r>
          </a:p>
          <a:p>
            <a:r>
              <a:t>• Governor represents Centre in states.</a:t>
            </a:r>
          </a:p>
          <a:p>
            <a:r>
              <a:t>• Centre can override state laws in some cases.</a:t>
            </a:r>
          </a:p>
          <a:p>
            <a:r>
              <a:t>• Provides stability to the nation.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Parliamentary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Executive is part of the Legislature.</a:t>
            </a:r>
          </a:p>
          <a:p>
            <a:r>
              <a:t>• Prime Minister is the real executive.</a:t>
            </a:r>
          </a:p>
          <a:p>
            <a:r>
              <a:t>• President is nominal executive.</a:t>
            </a:r>
          </a:p>
          <a:p>
            <a:r>
              <a:t>• Council of Ministers is responsible to Lok Sabha.</a:t>
            </a:r>
          </a:p>
          <a:p>
            <a:r>
              <a:t>• Ensures accountability of government.</a:t>
            </a:r>
          </a:p>
          <a:p>
            <a:r>
              <a:t>• Based on British parliamentary model.</a:t>
            </a:r>
          </a:p>
          <a:p>
            <a:r>
              <a:t>• Allows smooth functioning of democracy.</a:t>
            </a:r>
          </a:p>
          <a:p>
            <a:r>
              <a:t>• Promotes collective responsibility.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Fundamental Rights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Guaranteed by the Constitution.</a:t>
            </a:r>
          </a:p>
          <a:p>
            <a:r>
              <a:t>• Include Right to Equality.</a:t>
            </a:r>
          </a:p>
          <a:p>
            <a:r>
              <a:t>• Right to Freedom for all citizens.</a:t>
            </a:r>
          </a:p>
          <a:p>
            <a:r>
              <a:t>• Right against exploitation.</a:t>
            </a:r>
          </a:p>
          <a:p>
            <a:r>
              <a:t>• Right to freedom of religion.</a:t>
            </a:r>
          </a:p>
          <a:p>
            <a:r>
              <a:t>• Cultural and educational rights.</a:t>
            </a:r>
          </a:p>
          <a:p>
            <a:r>
              <a:t>• Right to constitutional remedies.</a:t>
            </a:r>
          </a:p>
          <a:p>
            <a:r>
              <a:t>• Protects individual freedom and dignity.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Directive Principles of State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Guidelines for government policies.</a:t>
            </a:r>
          </a:p>
          <a:p>
            <a:r>
              <a:t>• Aimed at social and economic welfare.</a:t>
            </a:r>
          </a:p>
          <a:p>
            <a:r>
              <a:t>• Inspired by Irish Constitution.</a:t>
            </a:r>
          </a:p>
          <a:p>
            <a:r>
              <a:t>• Not legally enforceable in courts.</a:t>
            </a:r>
          </a:p>
          <a:p>
            <a:r>
              <a:t>• Promote equal distribution of wealth.</a:t>
            </a:r>
          </a:p>
          <a:p>
            <a:r>
              <a:t>• Ensure better living conditions.</a:t>
            </a:r>
          </a:p>
          <a:p>
            <a:r>
              <a:t>• Uplift weaker sections of society.</a:t>
            </a:r>
          </a:p>
          <a:p>
            <a:r>
              <a:t>• Aim for welfare state model.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Fundamental Duties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Added by 42nd Amendment.</a:t>
            </a:r>
          </a:p>
          <a:p>
            <a:r>
              <a:t>• Citizens must respect Constitution.</a:t>
            </a:r>
          </a:p>
          <a:p>
            <a:r>
              <a:t>• Protect national symbols.</a:t>
            </a:r>
          </a:p>
          <a:p>
            <a:r>
              <a:t>• Promote harmony in society.</a:t>
            </a:r>
          </a:p>
          <a:p>
            <a:r>
              <a:t>• Preserve cultural heritage.</a:t>
            </a:r>
          </a:p>
          <a:p>
            <a:r>
              <a:t>• Protect environment and wildlife.</a:t>
            </a:r>
          </a:p>
          <a:p>
            <a:r>
              <a:t>• Safeguard public property.</a:t>
            </a:r>
          </a:p>
          <a:p>
            <a:r>
              <a:t>• Strive toward national excellence.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Independent Judiciary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Judiciary is free from executive control.</a:t>
            </a:r>
          </a:p>
          <a:p>
            <a:r>
              <a:t>• Judges have security of tenure.</a:t>
            </a:r>
          </a:p>
          <a:p>
            <a:r>
              <a:t>• High qualifications prescribed for judges.</a:t>
            </a:r>
          </a:p>
          <a:p>
            <a:r>
              <a:t>• Judiciary safeguards fundamental rights.</a:t>
            </a:r>
          </a:p>
          <a:p>
            <a:r>
              <a:t>• Ensures rule of law.</a:t>
            </a:r>
          </a:p>
          <a:p>
            <a:r>
              <a:t>• Performs judicial review.</a:t>
            </a:r>
          </a:p>
          <a:p>
            <a:r>
              <a:t>• Prevents misuse of power.</a:t>
            </a:r>
          </a:p>
          <a:p>
            <a:r>
              <a:t>• Maintains constitutional balance.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Judicial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Courts can review government actions.</a:t>
            </a:r>
          </a:p>
          <a:p>
            <a:r>
              <a:t>• Invalid laws violating Constitution.</a:t>
            </a:r>
          </a:p>
          <a:p>
            <a:r>
              <a:t>• Ensures fairness in governance.</a:t>
            </a:r>
          </a:p>
          <a:p>
            <a:r>
              <a:t>• Strengthens democracy.</a:t>
            </a:r>
          </a:p>
          <a:p>
            <a:r>
              <a:t>• Protects citizens’ rights.</a:t>
            </a:r>
          </a:p>
          <a:p>
            <a:r>
              <a:t>• Limits arbitrary decisions.</a:t>
            </a:r>
          </a:p>
          <a:p>
            <a:r>
              <a:t>• Promotes constitutional supremacy.</a:t>
            </a:r>
          </a:p>
          <a:p>
            <a:r>
              <a:t>• Holds authorities accountable.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 Citizenship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Indian citizens have only one citizenship.</a:t>
            </a:r>
          </a:p>
          <a:p>
            <a:r>
              <a:t>• No separate state citizenship exists.</a:t>
            </a:r>
          </a:p>
          <a:p>
            <a:r>
              <a:t>• Promotes national unity.</a:t>
            </a:r>
          </a:p>
          <a:p>
            <a:r>
              <a:t>• Discourages regionalism.</a:t>
            </a:r>
          </a:p>
          <a:p>
            <a:r>
              <a:t>• Equal rights across the country.</a:t>
            </a:r>
          </a:p>
          <a:p>
            <a:r>
              <a:t>• Strengthens national integration.</a:t>
            </a:r>
          </a:p>
          <a:p>
            <a:r>
              <a:t>• Simplifies legal and political identity.</a:t>
            </a:r>
          </a:p>
          <a:p>
            <a:r>
              <a:t>• Ensures uniform civil rights.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Universal Adult Franchise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Every citizen 18+ can vote.</a:t>
            </a:r>
          </a:p>
          <a:p>
            <a:r>
              <a:t>• Voting right without discrimination.</a:t>
            </a:r>
          </a:p>
          <a:p>
            <a:r>
              <a:t>• Reflects political equality.</a:t>
            </a:r>
          </a:p>
          <a:p>
            <a:r>
              <a:t>• Strengthens democratic participation.</a:t>
            </a:r>
          </a:p>
          <a:p>
            <a:r>
              <a:t>• Allows peaceful change of government.</a:t>
            </a:r>
          </a:p>
          <a:p>
            <a:r>
              <a:t>• Ensures representation for all.</a:t>
            </a:r>
          </a:p>
          <a:p>
            <a:r>
              <a:t>• Supports inclusive governance.</a:t>
            </a:r>
          </a:p>
          <a:p>
            <a:r>
              <a:t>• Gives power directly to the people.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Emergency Provisions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President can declare emergencies.</a:t>
            </a:r>
          </a:p>
          <a:p>
            <a:r>
              <a:t>• Includes national, state, and financial emergencies.</a:t>
            </a:r>
          </a:p>
          <a:p>
            <a:r>
              <a:t>• Ensures security during crises.</a:t>
            </a:r>
          </a:p>
          <a:p>
            <a:r>
              <a:t>• Parliament gains wider powers.</a:t>
            </a:r>
          </a:p>
          <a:p>
            <a:r>
              <a:t>• Fundamental rights may be restricted.</a:t>
            </a:r>
          </a:p>
          <a:p>
            <a:r>
              <a:t>• Central authority increases temporarily.</a:t>
            </a:r>
          </a:p>
          <a:p>
            <a:r>
              <a:t>• Maintains stability in danger.</a:t>
            </a:r>
          </a:p>
          <a:p>
            <a:r>
              <a:t>• Prevents breakdown of governance.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Local Self-Government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73rd and 74th Amendments strengthened local bodies.</a:t>
            </a:r>
          </a:p>
          <a:p>
            <a:r>
              <a:t>• Panchayats for rural governance.</a:t>
            </a:r>
          </a:p>
          <a:p>
            <a:r>
              <a:t>• Municipalities for urban governance.</a:t>
            </a:r>
          </a:p>
          <a:p>
            <a:r>
              <a:t>• Promote grassroots democracy.</a:t>
            </a:r>
          </a:p>
          <a:p>
            <a:r>
              <a:t>• Enable local planning and development.</a:t>
            </a:r>
          </a:p>
          <a:p>
            <a:r>
              <a:t>• Increase people’s participation.</a:t>
            </a:r>
          </a:p>
          <a:p>
            <a:r>
              <a:t>• Empower local institutions.</a:t>
            </a:r>
          </a:p>
          <a:p>
            <a:r>
              <a:t>• Ensure decentralized administration.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