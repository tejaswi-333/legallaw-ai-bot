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Indian Legal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Indian Legal Environment governs business and society.</a:t>
            </a:r>
          </a:p>
          <a:p>
            <a:r>
              <a:t>• Includes laws, regulations, and judicial decisions.</a:t>
            </a:r>
          </a:p>
          <a:p>
            <a:r>
              <a:t>• Ensures fair business practices in the economy.</a:t>
            </a:r>
          </a:p>
          <a:p>
            <a:r>
              <a:t>• Protects rights and responsibilities of individuals.</a:t>
            </a:r>
          </a:p>
          <a:p>
            <a:r>
              <a:t>• Framework influenced by Constitution of India.</a:t>
            </a:r>
          </a:p>
          <a:p>
            <a:r>
              <a:t>• Maintains order and justice in the country.</a:t>
            </a:r>
          </a:p>
          <a:p>
            <a:r>
              <a:t>• Affects businesses, industries, and institutions.</a:t>
            </a:r>
          </a:p>
          <a:p>
            <a:r>
              <a:t>• Essential for smooth functioning of society.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of Indian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Constitution of India as supreme authority.</a:t>
            </a:r>
          </a:p>
          <a:p>
            <a:r>
              <a:t>• Legislation passed by Parliament and State Assemblies.</a:t>
            </a:r>
          </a:p>
          <a:p>
            <a:r>
              <a:t>• Judicial decisions form case law.</a:t>
            </a:r>
          </a:p>
          <a:p>
            <a:r>
              <a:t>• Customs and traditions in some areas.</a:t>
            </a:r>
          </a:p>
          <a:p>
            <a:r>
              <a:t>• International treaties influence national laws.</a:t>
            </a:r>
          </a:p>
          <a:p>
            <a:r>
              <a:t>• Subordinate legislation by authorities.</a:t>
            </a:r>
          </a:p>
          <a:p>
            <a:r>
              <a:t>• Regulations issued by government bodies.</a:t>
            </a:r>
          </a:p>
          <a:p>
            <a:r>
              <a:t>• All sources together form legal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Constitutional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foundation for all laws.</a:t>
            </a:r>
          </a:p>
          <a:p>
            <a:r>
              <a:t>• Defines fundamental rights and duties.</a:t>
            </a:r>
          </a:p>
          <a:p>
            <a:r>
              <a:t>• Distributes power between Centre and States.</a:t>
            </a:r>
          </a:p>
          <a:p>
            <a:r>
              <a:t>• Ensures rule of law and equality.</a:t>
            </a:r>
          </a:p>
          <a:p>
            <a:r>
              <a:t>• Protects freedom of trade and business.</a:t>
            </a:r>
          </a:p>
          <a:p>
            <a:r>
              <a:t>• Ensures independence of judiciary.</a:t>
            </a:r>
          </a:p>
          <a:p>
            <a:r>
              <a:t>• Contains directive principles for governance.</a:t>
            </a:r>
          </a:p>
          <a:p>
            <a:r>
              <a:t>• Guarantees justice and fairness.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Judiciary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Independent judicial system.</a:t>
            </a:r>
          </a:p>
          <a:p>
            <a:r>
              <a:t>• Supreme Court is apex judicial authority.</a:t>
            </a:r>
          </a:p>
          <a:p>
            <a:r>
              <a:t>• High Courts operate at state level.</a:t>
            </a:r>
          </a:p>
          <a:p>
            <a:r>
              <a:t>• Lower courts handle district cases.</a:t>
            </a:r>
          </a:p>
          <a:p>
            <a:r>
              <a:t>• Judiciary ensures law enforcement.</a:t>
            </a:r>
          </a:p>
          <a:p>
            <a:r>
              <a:t>• Protects fundamental rights of citizens.</a:t>
            </a:r>
          </a:p>
          <a:p>
            <a:r>
              <a:t>• Interprets laws and resolves disputes.</a:t>
            </a:r>
          </a:p>
          <a:p>
            <a:r>
              <a:t>• Ensures checks and balances in governance.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Laws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Companies Act regulates corporate structure.</a:t>
            </a:r>
          </a:p>
          <a:p>
            <a:r>
              <a:t>• Contract Act governs agreements.</a:t>
            </a:r>
          </a:p>
          <a:p>
            <a:r>
              <a:t>• Partnership Act regulates partnerships.</a:t>
            </a:r>
          </a:p>
          <a:p>
            <a:r>
              <a:t>• Consumer Protection Act safeguards consumers.</a:t>
            </a:r>
          </a:p>
          <a:p>
            <a:r>
              <a:t>• Competition Act prevents unfair trade practices.</a:t>
            </a:r>
          </a:p>
          <a:p>
            <a:r>
              <a:t>• Intellectual Property laws protect innovations.</a:t>
            </a:r>
          </a:p>
          <a:p>
            <a:r>
              <a:t>• Labour laws protect employee rights.</a:t>
            </a:r>
          </a:p>
          <a:p>
            <a:r>
              <a:t>• GST laws regulate taxation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Act, 1872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Defines rules for valid contracts.</a:t>
            </a:r>
          </a:p>
          <a:p>
            <a:r>
              <a:t>• Contract requires offer and acceptance.</a:t>
            </a:r>
          </a:p>
          <a:p>
            <a:r>
              <a:t>• Legal consideration is mandatory.</a:t>
            </a:r>
          </a:p>
          <a:p>
            <a:r>
              <a:t>• Parties must be competent to contract.</a:t>
            </a:r>
          </a:p>
          <a:p>
            <a:r>
              <a:t>• Agreements without lawful object are void.</a:t>
            </a:r>
          </a:p>
          <a:p>
            <a:r>
              <a:t>• Breach of contract allows legal remedies.</a:t>
            </a:r>
          </a:p>
          <a:p>
            <a:r>
              <a:t>• Ensures fairness in business transactions.</a:t>
            </a:r>
          </a:p>
          <a:p>
            <a:r>
              <a:t>• Covers indemnity, guarantee, and bailment.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Companies Act 2013 regulates companies.</a:t>
            </a:r>
          </a:p>
          <a:p>
            <a:r>
              <a:t>• Defines incorporation and legal identity.</a:t>
            </a:r>
          </a:p>
          <a:p>
            <a:r>
              <a:t>• Specifies duties of directors.</a:t>
            </a:r>
          </a:p>
          <a:p>
            <a:r>
              <a:t>• Mandates disclosure and transparency.</a:t>
            </a:r>
          </a:p>
          <a:p>
            <a:r>
              <a:t>• Protects interests of shareholders.</a:t>
            </a:r>
          </a:p>
          <a:p>
            <a:r>
              <a:t>• Regulates mergers and acquisitions.</a:t>
            </a:r>
          </a:p>
          <a:p>
            <a:r>
              <a:t>• Defines corporate social responsibility.</a:t>
            </a:r>
          </a:p>
          <a:p>
            <a:r>
              <a:t>• Ensures corporate governance standards.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Intellectual Property Rights (IPR)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Protects creations of mind.</a:t>
            </a:r>
          </a:p>
          <a:p>
            <a:r>
              <a:t>• Includes patents, trademarks, copyrights.</a:t>
            </a:r>
          </a:p>
          <a:p>
            <a:r>
              <a:t>• Prevents unauthorized use of innovations.</a:t>
            </a:r>
          </a:p>
          <a:p>
            <a:r>
              <a:t>• Encourages creativity and invention.</a:t>
            </a:r>
          </a:p>
          <a:p>
            <a:r>
              <a:t>• IPR laws governed by multiple acts.</a:t>
            </a:r>
          </a:p>
          <a:p>
            <a:r>
              <a:t>• Promotes fair competition.</a:t>
            </a:r>
          </a:p>
          <a:p>
            <a:r>
              <a:t>• Provides exclusive rights to creators.</a:t>
            </a:r>
          </a:p>
          <a:p>
            <a:r>
              <a:t>• Supports economic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Protection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Protects consumers from unfair practices.</a:t>
            </a:r>
          </a:p>
          <a:p>
            <a:r>
              <a:t>• Ensures safety and quality standards.</a:t>
            </a:r>
          </a:p>
          <a:p>
            <a:r>
              <a:t>• Provides grievance redressal mechanisms.</a:t>
            </a:r>
          </a:p>
          <a:p>
            <a:r>
              <a:t>• Recognizes consumer rights.</a:t>
            </a:r>
          </a:p>
          <a:p>
            <a:r>
              <a:t>• Establishes consumer courts.</a:t>
            </a:r>
          </a:p>
          <a:p>
            <a:r>
              <a:t>• Promotes ethical business practices.</a:t>
            </a:r>
          </a:p>
          <a:p>
            <a:r>
              <a:t>• Strengthens consumer awareness.</a:t>
            </a:r>
          </a:p>
          <a:p>
            <a:r>
              <a:t>• Ensures legal remedies for complaints.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Act, 2002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Prevents anti-competitive agreements.</a:t>
            </a:r>
          </a:p>
          <a:p>
            <a:r>
              <a:t>• Prohibits abuse of dominant position.</a:t>
            </a:r>
          </a:p>
          <a:p>
            <a:r>
              <a:t>• Regulates mergers affecting business.</a:t>
            </a:r>
          </a:p>
          <a:p>
            <a:r>
              <a:t>• Promotes fair market competition.</a:t>
            </a:r>
          </a:p>
          <a:p>
            <a:r>
              <a:t>• Protects interests of consumers.</a:t>
            </a:r>
          </a:p>
          <a:p>
            <a:r>
              <a:t>• Monitored by Competition Commission of India.</a:t>
            </a:r>
          </a:p>
          <a:p>
            <a:r>
              <a:t>• Ensures economic efficiency.</a:t>
            </a:r>
          </a:p>
          <a:p>
            <a:r>
              <a:t>• Prevents unfair trade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Labour Laws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Regulate employer-employee relations.</a:t>
            </a:r>
          </a:p>
          <a:p>
            <a:r>
              <a:t>• Ensure workers' safety and welfare.</a:t>
            </a:r>
          </a:p>
          <a:p>
            <a:r>
              <a:t>• Define minimum wages and working hours.</a:t>
            </a:r>
          </a:p>
          <a:p>
            <a:r>
              <a:t>• Control industrial disputes.</a:t>
            </a:r>
          </a:p>
          <a:p>
            <a:r>
              <a:t>• Cover compensation and social security.</a:t>
            </a:r>
          </a:p>
          <a:p>
            <a:r>
              <a:t>• Protect rights of women and children.</a:t>
            </a:r>
          </a:p>
          <a:p>
            <a:r>
              <a:t>• Regulate hiring and termination.</a:t>
            </a:r>
          </a:p>
          <a:p>
            <a:r>
              <a:t>• Support fair labor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 environment and biodiversity.</a:t>
            </a:r>
          </a:p>
          <a:p>
            <a:r>
              <a:t>• Include Water and Air Pollution Acts.</a:t>
            </a:r>
          </a:p>
          <a:p>
            <a:r>
              <a:t>• Environment Protection Act governs policies.</a:t>
            </a:r>
          </a:p>
          <a:p>
            <a:r>
              <a:t>• Regulates waste management.</a:t>
            </a:r>
          </a:p>
          <a:p>
            <a:r>
              <a:t>• Controls industrial pollution.</a:t>
            </a:r>
          </a:p>
          <a:p>
            <a:r>
              <a:t>• Ensures sustainable development.</a:t>
            </a:r>
          </a:p>
          <a:p>
            <a:r>
              <a:t>• Imposes penalties for violations.</a:t>
            </a:r>
          </a:p>
          <a:p>
            <a:r>
              <a:t>• Promotes clean and green practices.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Laws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Information Technology Act governs digital activities.</a:t>
            </a:r>
          </a:p>
          <a:p>
            <a:r>
              <a:t>• Ensures online data security.</a:t>
            </a:r>
          </a:p>
          <a:p>
            <a:r>
              <a:t>• Recognizes electronic records and signatures.</a:t>
            </a:r>
          </a:p>
          <a:p>
            <a:r>
              <a:t>• Protects against cybercrimes.</a:t>
            </a:r>
          </a:p>
          <a:p>
            <a:r>
              <a:t>• Regulates e-commerce transactions.</a:t>
            </a:r>
          </a:p>
          <a:p>
            <a:r>
              <a:t>• Prevents digital fraud and hacking.</a:t>
            </a:r>
          </a:p>
          <a:p>
            <a:r>
              <a:t>• Supports secure digital governance.</a:t>
            </a:r>
          </a:p>
          <a:p>
            <a:r>
              <a:t>• Encourages safe use of technology.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Taxation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GST regulates indirect taxes.</a:t>
            </a:r>
          </a:p>
          <a:p>
            <a:r>
              <a:t>• Income Tax Act governs direct taxes.</a:t>
            </a:r>
          </a:p>
          <a:p>
            <a:r>
              <a:t>• Ensures fair tax collection.</a:t>
            </a:r>
          </a:p>
          <a:p>
            <a:r>
              <a:t>• Supports national development.</a:t>
            </a:r>
          </a:p>
          <a:p>
            <a:r>
              <a:t>• Defines tax slabs and exemptions.</a:t>
            </a:r>
          </a:p>
          <a:p>
            <a:r>
              <a:t>• Ensures accountability in payments.</a:t>
            </a:r>
          </a:p>
          <a:p>
            <a:r>
              <a:t>• Prevents tax evasion.</a:t>
            </a:r>
          </a:p>
          <a:p>
            <a:r>
              <a:t>• Supports welfare and infrastructure.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Regulate industrial growth.</a:t>
            </a:r>
          </a:p>
          <a:p>
            <a:r>
              <a:t>• Factories Act ensures worker safety.</a:t>
            </a:r>
          </a:p>
          <a:p>
            <a:r>
              <a:t>• Industrial Disputes Act manages conflicts.</a:t>
            </a:r>
          </a:p>
          <a:p>
            <a:r>
              <a:t>• Industrial Licensing acts regulate industries.</a:t>
            </a:r>
          </a:p>
          <a:p>
            <a:r>
              <a:t>• Encourage industrial development.</a:t>
            </a:r>
          </a:p>
          <a:p>
            <a:r>
              <a:t>• Protect interests of employees.</a:t>
            </a:r>
          </a:p>
          <a:p>
            <a:r>
              <a:t>• Ensure operational transparency.</a:t>
            </a:r>
          </a:p>
          <a:p>
            <a:r>
              <a:t>• Promote industrial harmony.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Foreign Trade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Regulate import and export activities.</a:t>
            </a:r>
          </a:p>
          <a:p>
            <a:r>
              <a:t>• Foreign Trade Act governs trade policy.</a:t>
            </a:r>
          </a:p>
          <a:p>
            <a:r>
              <a:t>• Customs Act monitors border trade.</a:t>
            </a:r>
          </a:p>
          <a:p>
            <a:r>
              <a:t>• Ensure compliance with global standards.</a:t>
            </a:r>
          </a:p>
          <a:p>
            <a:r>
              <a:t>• Promote international business.</a:t>
            </a:r>
          </a:p>
          <a:p>
            <a:r>
              <a:t>• Support fair trade practices.</a:t>
            </a:r>
          </a:p>
          <a:p>
            <a:r>
              <a:t>• Encourage exports for growth.</a:t>
            </a:r>
          </a:p>
          <a:p>
            <a:r>
              <a:t>• Protect domestic industries.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and Financial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Banking Regulation Act controls banks.</a:t>
            </a:r>
          </a:p>
          <a:p>
            <a:r>
              <a:t>• RBI Act empowers Reserve Bank of India.</a:t>
            </a:r>
          </a:p>
          <a:p>
            <a:r>
              <a:t>• SEBI regulates stock markets.</a:t>
            </a:r>
          </a:p>
          <a:p>
            <a:r>
              <a:t>• Prevents financial fraud.</a:t>
            </a:r>
          </a:p>
          <a:p>
            <a:r>
              <a:t>• Ensures stability of banking sector.</a:t>
            </a:r>
          </a:p>
          <a:p>
            <a:r>
              <a:t>• Regulates business loans and transactions.</a:t>
            </a:r>
          </a:p>
          <a:p>
            <a:r>
              <a:t>• Protects investor interests.</a:t>
            </a:r>
          </a:p>
          <a:p>
            <a:r>
              <a:t>• Promotes transparency in finance.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Corporate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Ensures ethical business operations.</a:t>
            </a:r>
          </a:p>
          <a:p>
            <a:r>
              <a:t>• Promotes accountability and transparency.</a:t>
            </a:r>
          </a:p>
          <a:p>
            <a:r>
              <a:t>• Defines responsibilities of management.</a:t>
            </a:r>
          </a:p>
          <a:p>
            <a:r>
              <a:t>• Protects shareholders’ interests.</a:t>
            </a:r>
          </a:p>
          <a:p>
            <a:r>
              <a:t>• Regulates financial disclosures.</a:t>
            </a:r>
          </a:p>
          <a:p>
            <a:r>
              <a:t>• Prevents corruption and fraud.</a:t>
            </a:r>
          </a:p>
          <a:p>
            <a:r>
              <a:t>• Promotes sustainable business culture.</a:t>
            </a:r>
          </a:p>
          <a:p>
            <a:r>
              <a:t>• Strengthens investor confidence.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Compliance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Businesses must follow legal regulations.</a:t>
            </a:r>
          </a:p>
          <a:p>
            <a:r>
              <a:t>• Ensure timely payment of taxes.</a:t>
            </a:r>
          </a:p>
          <a:p>
            <a:r>
              <a:t>• Comply with labor and safety rules.</a:t>
            </a:r>
          </a:p>
          <a:p>
            <a:r>
              <a:t>• Maintain environmental standards.</a:t>
            </a:r>
          </a:p>
          <a:p>
            <a:r>
              <a:t>• Ensure accurate financial reporting.</a:t>
            </a:r>
          </a:p>
          <a:p>
            <a:r>
              <a:t>• Follow industry-specific regulations.</a:t>
            </a:r>
          </a:p>
          <a:p>
            <a:r>
              <a:t>• Avoid unfair trade practices.</a:t>
            </a:r>
          </a:p>
          <a:p>
            <a:r>
              <a:t>• Helps maintain business reputation.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Significance of Indian Legal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Legal environment ensures stability.</a:t>
            </a:r>
          </a:p>
          <a:p>
            <a:r>
              <a:t>• Promotes justice and fairness.</a:t>
            </a:r>
          </a:p>
          <a:p>
            <a:r>
              <a:t>• Protects rights of citizens.</a:t>
            </a:r>
          </a:p>
          <a:p>
            <a:r>
              <a:t>• Regulates business operations.</a:t>
            </a:r>
          </a:p>
          <a:p>
            <a:r>
              <a:t>• Supports economic development.</a:t>
            </a:r>
          </a:p>
          <a:p>
            <a:r>
              <a:t>• Controls unethical practices.</a:t>
            </a:r>
          </a:p>
          <a:p>
            <a:r>
              <a:t>• Strengthens democratic governance.</a:t>
            </a:r>
          </a:p>
          <a:p>
            <a:r>
              <a:t>• Essential for national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