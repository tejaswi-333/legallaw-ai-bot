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Public Interest Litigation (PIL)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PIL allows public to seek justice for public issues.</a:t>
            </a:r>
          </a:p>
          <a:p>
            <a:r>
              <a:t>• Introduced to provide access to justice for all.</a:t>
            </a:r>
          </a:p>
          <a:p>
            <a:r>
              <a:t>• Helps protect rights of disadvantaged groups.</a:t>
            </a:r>
          </a:p>
          <a:p>
            <a:r>
              <a:t>• Filed when public interest is affected.</a:t>
            </a:r>
          </a:p>
          <a:p>
            <a:r>
              <a:t>• Citizens, NGOs can file PILs.</a:t>
            </a:r>
          </a:p>
          <a:p>
            <a:r>
              <a:t>• Court can take action through suo moto powers.</a:t>
            </a:r>
          </a:p>
          <a:p>
            <a:r>
              <a:t>• Ensures accountability of authorities.</a:t>
            </a:r>
          </a:p>
          <a:p>
            <a:r>
              <a:t>• Strengthens democracy through judicial activism.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 of PIL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Concept evolved in late 1970s.</a:t>
            </a:r>
          </a:p>
          <a:p>
            <a:r>
              <a:t>• Justice P.N. Bhagwati popularized PIL.</a:t>
            </a:r>
          </a:p>
          <a:p>
            <a:r>
              <a:t>• Initially meant for marginalized groups.</a:t>
            </a:r>
          </a:p>
          <a:p>
            <a:r>
              <a:t>• Focused on human rights violations.</a:t>
            </a:r>
          </a:p>
          <a:p>
            <a:r>
              <a:t>• Grew popular during post-Emergency era.</a:t>
            </a:r>
          </a:p>
          <a:p>
            <a:r>
              <a:t>• Inspired by United States legal system.</a:t>
            </a:r>
          </a:p>
          <a:p>
            <a:r>
              <a:t>• Expanded by Supreme Court judgments.</a:t>
            </a:r>
          </a:p>
          <a:p>
            <a:r>
              <a:t>• Became tool for social transformation.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Public Interest Litigation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Ensures justice for those unable to access courts.</a:t>
            </a:r>
          </a:p>
          <a:p>
            <a:r>
              <a:t>• Protects collective rights of society.</a:t>
            </a:r>
          </a:p>
          <a:p>
            <a:r>
              <a:t>• Addresses socio-economic issues.</a:t>
            </a:r>
          </a:p>
          <a:p>
            <a:r>
              <a:t>• Exposes corruption and injustice.</a:t>
            </a:r>
          </a:p>
          <a:p>
            <a:r>
              <a:t>• Improves government accountability.</a:t>
            </a:r>
          </a:p>
          <a:p>
            <a:r>
              <a:t>• Strengthens rule of law.</a:t>
            </a:r>
          </a:p>
          <a:p>
            <a:r>
              <a:t>• Acts against environmental degradation.</a:t>
            </a:r>
          </a:p>
          <a:p>
            <a:r>
              <a:t>• Protects rights of vulnerable groups.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Can File a PIL?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Any citizen can file a PIL.</a:t>
            </a:r>
          </a:p>
          <a:p>
            <a:r>
              <a:t>• NGOs and social activists can file.</a:t>
            </a:r>
          </a:p>
          <a:p>
            <a:r>
              <a:t>• Affected parties not mandatory.</a:t>
            </a:r>
          </a:p>
          <a:p>
            <a:r>
              <a:t>• Courts accept letters as PILs.</a:t>
            </a:r>
          </a:p>
          <a:p>
            <a:r>
              <a:t>• Media reports sometimes considered.</a:t>
            </a:r>
          </a:p>
          <a:p>
            <a:r>
              <a:t>• Legal standing relaxed by courts.</a:t>
            </a:r>
          </a:p>
          <a:p>
            <a:r>
              <a:t>• Focus on intention, not identity.</a:t>
            </a:r>
          </a:p>
          <a:p>
            <a:r>
              <a:t>• Filed in High Courts or Supreme Court.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Issues Addressed by PIL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Environmental protection matters.</a:t>
            </a:r>
          </a:p>
          <a:p>
            <a:r>
              <a:t>• Human rights violations.</a:t>
            </a:r>
          </a:p>
          <a:p>
            <a:r>
              <a:t>• Corruption in government offices.</a:t>
            </a:r>
          </a:p>
          <a:p>
            <a:r>
              <a:t>• Misuse of public funds.</a:t>
            </a:r>
          </a:p>
          <a:p>
            <a:r>
              <a:t>• Illegal construction or encroachment.</a:t>
            </a:r>
          </a:p>
          <a:p>
            <a:r>
              <a:t>• Exploitation of women and children.</a:t>
            </a:r>
          </a:p>
          <a:p>
            <a:r>
              <a:t>• Rights of elderly and disabled.</a:t>
            </a:r>
          </a:p>
          <a:p>
            <a:r>
              <a:t>• Health and safety concerns.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Judiciary in PIL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Judiciary monitors implementation.</a:t>
            </a:r>
          </a:p>
          <a:p>
            <a:r>
              <a:t>• Takes suo moto cognizance.</a:t>
            </a:r>
          </a:p>
          <a:p>
            <a:r>
              <a:t>• Expands scope of rights.</a:t>
            </a:r>
          </a:p>
          <a:p>
            <a:r>
              <a:t>• Issues guidelines when laws absent.</a:t>
            </a:r>
          </a:p>
          <a:p>
            <a:r>
              <a:t>• Directs government to act.</a:t>
            </a:r>
          </a:p>
          <a:p>
            <a:r>
              <a:t>• Ensures fairness and justice.</a:t>
            </a:r>
          </a:p>
          <a:p>
            <a:r>
              <a:t>• Promotes judicial activism.</a:t>
            </a:r>
          </a:p>
          <a:p>
            <a:r>
              <a:t>• Acts as guardian of Constitution.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Procedure of Filing a PIL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issue related to public interest.</a:t>
            </a:r>
          </a:p>
          <a:p>
            <a:r>
              <a:t>• Gather evidence supporting the claim.</a:t>
            </a:r>
          </a:p>
          <a:p>
            <a:r>
              <a:t>• Draft petition with clear facts.</a:t>
            </a:r>
          </a:p>
          <a:p>
            <a:r>
              <a:t>• File in High Court or Supreme Court.</a:t>
            </a:r>
          </a:p>
          <a:p>
            <a:r>
              <a:t>• No court fee for PILs in SC.</a:t>
            </a:r>
          </a:p>
          <a:p>
            <a:r>
              <a:t>• Court examines maintainability.</a:t>
            </a:r>
          </a:p>
          <a:p>
            <a:r>
              <a:t>• Hearing and notices to authorities.</a:t>
            </a:r>
          </a:p>
          <a:p>
            <a:r>
              <a:t>• Final judgment or directions issued.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Landmark PIL Cases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Right to Clean Environment case.</a:t>
            </a:r>
          </a:p>
          <a:p>
            <a:r>
              <a:t>• Vishaka case on workplace harassment.</a:t>
            </a:r>
          </a:p>
          <a:p>
            <a:r>
              <a:t>• Right to Food case for poor.</a:t>
            </a:r>
          </a:p>
          <a:p>
            <a:r>
              <a:t>• Ganga pollution control case.</a:t>
            </a:r>
          </a:p>
          <a:p>
            <a:r>
              <a:t>• Prison reforms litigation.</a:t>
            </a:r>
          </a:p>
          <a:p>
            <a:r>
              <a:t>• Forest conservation judgments.</a:t>
            </a:r>
          </a:p>
          <a:p>
            <a:r>
              <a:t>• Road safety and traffic reforms.</a:t>
            </a:r>
          </a:p>
          <a:p>
            <a:r>
              <a:t>• Rights of bonded labor case.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PIL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Quick justice in serious issues.</a:t>
            </a:r>
          </a:p>
          <a:p>
            <a:r>
              <a:t>• Helps poor and marginalized.</a:t>
            </a:r>
          </a:p>
          <a:p>
            <a:r>
              <a:t>• Promotes government accountability.</a:t>
            </a:r>
          </a:p>
          <a:p>
            <a:r>
              <a:t>• Protects environment and heritage.</a:t>
            </a:r>
          </a:p>
          <a:p>
            <a:r>
              <a:t>• Strengthens democracy.</a:t>
            </a:r>
          </a:p>
          <a:p>
            <a:r>
              <a:t>• Reduces corruption.</a:t>
            </a:r>
          </a:p>
          <a:p>
            <a:r>
              <a:t>• Improves public services.</a:t>
            </a:r>
          </a:p>
          <a:p>
            <a:r>
              <a:t>• Encourages public participation.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PIL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Can be misused for personal gain.</a:t>
            </a:r>
          </a:p>
          <a:p>
            <a:r>
              <a:t>• Sometimes filed for publicity.</a:t>
            </a:r>
          </a:p>
          <a:p>
            <a:r>
              <a:t>• May delay courts’ workload.</a:t>
            </a:r>
          </a:p>
          <a:p>
            <a:r>
              <a:t>• Political motives may influence filings.</a:t>
            </a:r>
          </a:p>
          <a:p>
            <a:r>
              <a:t>• Not all cases are genuine.</a:t>
            </a:r>
          </a:p>
          <a:p>
            <a:r>
              <a:t>• Risk of judicial overreach.</a:t>
            </a:r>
          </a:p>
          <a:p>
            <a:r>
              <a:t>• Cost and time may still increase.</a:t>
            </a:r>
          </a:p>
          <a:p>
            <a:r>
              <a:t>• Requires court’s strict scrutiny.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Misuse of PIL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Filed for personal vendetta.</a:t>
            </a:r>
          </a:p>
          <a:p>
            <a:r>
              <a:t>• Used to target political opponents.</a:t>
            </a:r>
          </a:p>
          <a:p>
            <a:r>
              <a:t>• Attempts to stop development projects.</a:t>
            </a:r>
          </a:p>
          <a:p>
            <a:r>
              <a:t>• Corporate rivalry exploitations.</a:t>
            </a:r>
          </a:p>
          <a:p>
            <a:r>
              <a:t>• False allegations to seek attention.</a:t>
            </a:r>
          </a:p>
          <a:p>
            <a:r>
              <a:t>• Causes unnecessary delays.</a:t>
            </a:r>
          </a:p>
          <a:p>
            <a:r>
              <a:t>• Courts discourage frivolous PILs.</a:t>
            </a:r>
          </a:p>
          <a:p>
            <a:r>
              <a:t>• Penalties imposed on misuse.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PILs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PILs deal with environmental issues.</a:t>
            </a:r>
          </a:p>
          <a:p>
            <a:r>
              <a:t>• Protect forests and rivers.</a:t>
            </a:r>
          </a:p>
          <a:p>
            <a:r>
              <a:t>• Control pollution in cities.</a:t>
            </a:r>
          </a:p>
          <a:p>
            <a:r>
              <a:t>• Ensure waste management compliance.</a:t>
            </a:r>
          </a:p>
          <a:p>
            <a:r>
              <a:t>• Prevent illegal mining.</a:t>
            </a:r>
          </a:p>
          <a:p>
            <a:r>
              <a:t>• Protect wildlife habitats.</a:t>
            </a:r>
          </a:p>
          <a:p>
            <a:r>
              <a:t>• Promote sustainable development.</a:t>
            </a:r>
          </a:p>
          <a:p>
            <a:r>
              <a:t>• Improve environmental governance.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Rights PILs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 rights of underprivileged.</a:t>
            </a:r>
          </a:p>
          <a:p>
            <a:r>
              <a:t>• Ensure prison reforms.</a:t>
            </a:r>
          </a:p>
          <a:p>
            <a:r>
              <a:t>• Promote child welfare and safety.</a:t>
            </a:r>
          </a:p>
          <a:p>
            <a:r>
              <a:t>• Prevent exploitation at workplaces.</a:t>
            </a:r>
          </a:p>
          <a:p>
            <a:r>
              <a:t>• Address custodial violence.</a:t>
            </a:r>
          </a:p>
          <a:p>
            <a:r>
              <a:t>• Promote gender equality.</a:t>
            </a:r>
          </a:p>
          <a:p>
            <a:r>
              <a:t>• Ensure health and education access.</a:t>
            </a:r>
          </a:p>
          <a:p>
            <a:r>
              <a:t>• Uphold dignity of all citizens.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PIL on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Raised awareness on major issues.</a:t>
            </a:r>
          </a:p>
          <a:p>
            <a:r>
              <a:t>• Improved public governance.</a:t>
            </a:r>
          </a:p>
          <a:p>
            <a:r>
              <a:t>• Helped protect environment.</a:t>
            </a:r>
          </a:p>
          <a:p>
            <a:r>
              <a:t>• Reduced instances of exploitation.</a:t>
            </a:r>
          </a:p>
          <a:p>
            <a:r>
              <a:t>• Improved transparency in government.</a:t>
            </a:r>
          </a:p>
          <a:p>
            <a:r>
              <a:t>• Strengthened protection of rights.</a:t>
            </a:r>
          </a:p>
          <a:p>
            <a:r>
              <a:t>• Encouraged responsible citizenship.</a:t>
            </a:r>
          </a:p>
          <a:p>
            <a:r>
              <a:t>• Created long-lasting reforms.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Judicial Activism Through PIL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Courts actively intervene in public issues.</a:t>
            </a:r>
          </a:p>
          <a:p>
            <a:r>
              <a:t>• Fill legal gaps through guidelines.</a:t>
            </a:r>
          </a:p>
          <a:p>
            <a:r>
              <a:t>• Monitor government compliance.</a:t>
            </a:r>
          </a:p>
          <a:p>
            <a:r>
              <a:t>• Protect marginalized groups.</a:t>
            </a:r>
          </a:p>
          <a:p>
            <a:r>
              <a:t>• Strengthen constitutional values.</a:t>
            </a:r>
          </a:p>
          <a:p>
            <a:r>
              <a:t>• Ensure welfare policies implemented.</a:t>
            </a:r>
          </a:p>
          <a:p>
            <a:r>
              <a:t>• Address emerging social problems.</a:t>
            </a:r>
          </a:p>
          <a:p>
            <a:r>
              <a:t>• Reflects evolving constitutional vision.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Judicial Restraint in PIL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Courts avoid unnecessary interference.</a:t>
            </a:r>
          </a:p>
          <a:p>
            <a:r>
              <a:t>• Respect separation of powers.</a:t>
            </a:r>
          </a:p>
          <a:p>
            <a:r>
              <a:t>• Discourage political PILs.</a:t>
            </a:r>
          </a:p>
          <a:p>
            <a:r>
              <a:t>• Reject irrelevant petitions.</a:t>
            </a:r>
          </a:p>
          <a:p>
            <a:r>
              <a:t>• Avoid decisions beyond jurisdiction.</a:t>
            </a:r>
          </a:p>
          <a:p>
            <a:r>
              <a:t>• Focus on genuine public issues.</a:t>
            </a:r>
          </a:p>
          <a:p>
            <a:r>
              <a:t>• Prevent misuse of PIL system.</a:t>
            </a:r>
          </a:p>
          <a:p>
            <a:r>
              <a:t>• Maintain judicial dignity.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Media in PIL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Media highlights public issues.</a:t>
            </a:r>
          </a:p>
          <a:p>
            <a:r>
              <a:t>• Inspires PIL filings.</a:t>
            </a:r>
          </a:p>
          <a:p>
            <a:r>
              <a:t>• Acts as watchdog on authorities.</a:t>
            </a:r>
          </a:p>
          <a:p>
            <a:r>
              <a:t>• Reports violations affecting public.</a:t>
            </a:r>
          </a:p>
          <a:p>
            <a:r>
              <a:t>• Helps gather public support.</a:t>
            </a:r>
          </a:p>
          <a:p>
            <a:r>
              <a:t>• Raises awareness of judgments.</a:t>
            </a:r>
          </a:p>
          <a:p>
            <a:r>
              <a:t>• However may sensationalize issues.</a:t>
            </a:r>
          </a:p>
          <a:p>
            <a:r>
              <a:t>• Must report responsibly.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 and Democracy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PIL strengthens democratic values.</a:t>
            </a:r>
          </a:p>
          <a:p>
            <a:r>
              <a:t>• Ensures justice for all citizens.</a:t>
            </a:r>
          </a:p>
          <a:p>
            <a:r>
              <a:t>• Bridges gap between law and society.</a:t>
            </a:r>
          </a:p>
          <a:p>
            <a:r>
              <a:t>• Protects rights of weaker sections.</a:t>
            </a:r>
          </a:p>
          <a:p>
            <a:r>
              <a:t>• Checks arbitrary power.</a:t>
            </a:r>
          </a:p>
          <a:p>
            <a:r>
              <a:t>• Supports transparency in governance.</a:t>
            </a:r>
          </a:p>
          <a:p>
            <a:r>
              <a:t>• Encourages civic participation.</a:t>
            </a:r>
          </a:p>
          <a:p>
            <a:r>
              <a:t>• Builds trust in legal system.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Public Interest Litigation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More digital PIL filings expected.</a:t>
            </a:r>
          </a:p>
          <a:p>
            <a:r>
              <a:t>• Greater focus on cyber rights.</a:t>
            </a:r>
          </a:p>
          <a:p>
            <a:r>
              <a:t>• Environmental issues will grow.</a:t>
            </a:r>
          </a:p>
          <a:p>
            <a:r>
              <a:t>• Human rights cases may increase.</a:t>
            </a:r>
          </a:p>
          <a:p>
            <a:r>
              <a:t>• Need for regulating frivolous PILs.</a:t>
            </a:r>
          </a:p>
          <a:p>
            <a:r>
              <a:t>• Courts may set stricter guidelines.</a:t>
            </a:r>
          </a:p>
          <a:p>
            <a:r>
              <a:t>• Technology will aid case monitoring.</a:t>
            </a:r>
          </a:p>
          <a:p>
            <a:r>
              <a:t>• PIL will remain key to social justice.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