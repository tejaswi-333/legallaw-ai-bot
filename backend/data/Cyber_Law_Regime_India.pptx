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Cyber Law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Cyber law governs digital activities and online behavior.</a:t>
            </a:r>
          </a:p>
          <a:p>
            <a:r>
              <a:t>• Ensures safety and security in cyberspace.</a:t>
            </a:r>
          </a:p>
          <a:p>
            <a:r>
              <a:t>• Protects users from digital crimes.</a:t>
            </a:r>
          </a:p>
          <a:p>
            <a:r>
              <a:t>• Regulates electronic communication.</a:t>
            </a:r>
          </a:p>
          <a:p>
            <a:r>
              <a:t>• Supports secure digital transactions.</a:t>
            </a:r>
          </a:p>
          <a:p>
            <a:r>
              <a:t>• Recognizes electronic signatures.</a:t>
            </a:r>
          </a:p>
          <a:p>
            <a:r>
              <a:t>• Ensures lawful use of the internet.</a:t>
            </a:r>
          </a:p>
          <a:p>
            <a:r>
              <a:t>• Essential in growing digital economy.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Cyber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 in online activities necessitated laws.</a:t>
            </a:r>
          </a:p>
          <a:p>
            <a:r>
              <a:t>• Cybercrimes rising globally and in India.</a:t>
            </a:r>
          </a:p>
          <a:p>
            <a:r>
              <a:t>• Protects privacy and personal data.</a:t>
            </a:r>
          </a:p>
          <a:p>
            <a:r>
              <a:t>• Ensures secure e-commerce transactions.</a:t>
            </a:r>
          </a:p>
          <a:p>
            <a:r>
              <a:t>• Regulates online financial operations.</a:t>
            </a:r>
          </a:p>
          <a:p>
            <a:r>
              <a:t>• Controls cyber fraud and hacking.</a:t>
            </a:r>
          </a:p>
          <a:p>
            <a:r>
              <a:t>• Supports IT infrastructure development.</a:t>
            </a:r>
          </a:p>
          <a:p>
            <a:r>
              <a:t>• Maintains trust in digital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Information Technology Act, 2000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 legislation governing cyber laws.</a:t>
            </a:r>
          </a:p>
          <a:p>
            <a:r>
              <a:t>• Provides legal recognition to e-documents.</a:t>
            </a:r>
          </a:p>
          <a:p>
            <a:r>
              <a:t>• Recognizes digital signature validity.</a:t>
            </a:r>
          </a:p>
          <a:p>
            <a:r>
              <a:t>• Defines offenses and penalties.</a:t>
            </a:r>
          </a:p>
          <a:p>
            <a:r>
              <a:t>• Empowers authorities for cybercrime control.</a:t>
            </a:r>
          </a:p>
          <a:p>
            <a:r>
              <a:t>• Facilitates e-governance implementation.</a:t>
            </a:r>
          </a:p>
          <a:p>
            <a:r>
              <a:t>• Promotes secure digital growth.</a:t>
            </a:r>
          </a:p>
          <a:p>
            <a:r>
              <a:t>• Forms backbone of Indian cyber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Amendments to IT Act, 2008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Strengthened cybercrime provisions.</a:t>
            </a:r>
          </a:p>
          <a:p>
            <a:r>
              <a:t>• Added identity theft and impersonation laws.</a:t>
            </a:r>
          </a:p>
          <a:p>
            <a:r>
              <a:t>• Recognized electronic signatures.</a:t>
            </a:r>
          </a:p>
          <a:p>
            <a:r>
              <a:t>• Strengthened data protection framework.</a:t>
            </a:r>
          </a:p>
          <a:p>
            <a:r>
              <a:t>• Included cyber terrorism as an offense.</a:t>
            </a:r>
          </a:p>
          <a:p>
            <a:r>
              <a:t>• Added provisions for online obscenity.</a:t>
            </a:r>
          </a:p>
          <a:p>
            <a:r>
              <a:t>• Improved investigation mechanisms.</a:t>
            </a:r>
          </a:p>
          <a:p>
            <a:r>
              <a:t>• Made laws more technology-friendly.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Cybercrimes Covered Under IT 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Hacking and unauthorised access.</a:t>
            </a:r>
          </a:p>
          <a:p>
            <a:r>
              <a:t>• Data theft and identity theft.</a:t>
            </a:r>
          </a:p>
          <a:p>
            <a:r>
              <a:t>• Cyberstalking and harassment.</a:t>
            </a:r>
          </a:p>
          <a:p>
            <a:r>
              <a:t>• Phishing and online fraud.</a:t>
            </a:r>
          </a:p>
          <a:p>
            <a:r>
              <a:t>• Spreading malware or viruses.</a:t>
            </a:r>
          </a:p>
          <a:p>
            <a:r>
              <a:t>• Cyber terrorism and threats.</a:t>
            </a:r>
          </a:p>
          <a:p>
            <a:r>
              <a:t>• Online copyright violations.</a:t>
            </a:r>
          </a:p>
          <a:p>
            <a:r>
              <a:t>• Financial fraud through digital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66: Computer-Related Offenses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Covers unauthorized system access.</a:t>
            </a:r>
          </a:p>
          <a:p>
            <a:r>
              <a:t>• Identifies fraudulent digital activities.</a:t>
            </a:r>
          </a:p>
          <a:p>
            <a:r>
              <a:t>• Punishes data theft and manipulation.</a:t>
            </a:r>
          </a:p>
          <a:p>
            <a:r>
              <a:t>• Addresses identity theft issues.</a:t>
            </a:r>
          </a:p>
          <a:p>
            <a:r>
              <a:t>• Includes impersonation using digital means.</a:t>
            </a:r>
          </a:p>
          <a:p>
            <a:r>
              <a:t>• Penalties include imprisonment and fines.</a:t>
            </a:r>
          </a:p>
          <a:p>
            <a:r>
              <a:t>• Protects users and organizations.</a:t>
            </a:r>
          </a:p>
          <a:p>
            <a:r>
              <a:t>• Key provision for cybercrime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67: Obscenity and Misuse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Prohibits publishing obscene material online.</a:t>
            </a:r>
          </a:p>
          <a:p>
            <a:r>
              <a:t>• Covers sexually explicit digital content.</a:t>
            </a:r>
          </a:p>
          <a:p>
            <a:r>
              <a:t>• Protects children from harmful content.</a:t>
            </a:r>
          </a:p>
          <a:p>
            <a:r>
              <a:t>• Punishes digital exploitation.</a:t>
            </a:r>
          </a:p>
          <a:p>
            <a:r>
              <a:t>• Controls misuse of digital platforms.</a:t>
            </a:r>
          </a:p>
          <a:p>
            <a:r>
              <a:t>• Includes penalties for violations.</a:t>
            </a:r>
          </a:p>
          <a:p>
            <a:r>
              <a:t>• Ensures safe internet usage.</a:t>
            </a:r>
          </a:p>
          <a:p>
            <a:r>
              <a:t>• Supports moral and social protection.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Terrorism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Cyber terrorism defined under Section 66F.</a:t>
            </a:r>
          </a:p>
          <a:p>
            <a:r>
              <a:t>• Covers attacks on critical infrastructure.</a:t>
            </a:r>
          </a:p>
          <a:p>
            <a:r>
              <a:t>• Includes threatening national security.</a:t>
            </a:r>
          </a:p>
          <a:p>
            <a:r>
              <a:t>• Targets unauthorized system interference.</a:t>
            </a:r>
          </a:p>
          <a:p>
            <a:r>
              <a:t>• Punishable with life imprisonment.</a:t>
            </a:r>
          </a:p>
          <a:p>
            <a:r>
              <a:t>• Protects national digital networks.</a:t>
            </a:r>
          </a:p>
          <a:p>
            <a:r>
              <a:t>• Ensures strong cybersecurity measures.</a:t>
            </a:r>
          </a:p>
          <a:p>
            <a:r>
              <a:t>• Enhances national-level vigilance.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Signature &amp; E-authentication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signatures legally valid.</a:t>
            </a:r>
          </a:p>
          <a:p>
            <a:r>
              <a:t>• Used for online identity verification.</a:t>
            </a:r>
          </a:p>
          <a:p>
            <a:r>
              <a:t>• Ensures integrity of digital documents.</a:t>
            </a:r>
          </a:p>
          <a:p>
            <a:r>
              <a:t>• Promotes secure online communication.</a:t>
            </a:r>
          </a:p>
          <a:p>
            <a:r>
              <a:t>• Facilitates e-governance services.</a:t>
            </a:r>
          </a:p>
          <a:p>
            <a:r>
              <a:t>• Used in banking and financial systems.</a:t>
            </a:r>
          </a:p>
          <a:p>
            <a:r>
              <a:t>• Reduces paper-based processes.</a:t>
            </a:r>
          </a:p>
          <a:p>
            <a:r>
              <a:t>• Improves trust in digital transactions.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Certifying Authorities (CAs)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Issue digital signature certificates.</a:t>
            </a:r>
          </a:p>
          <a:p>
            <a:r>
              <a:t>• Licensed by the government.</a:t>
            </a:r>
          </a:p>
          <a:p>
            <a:r>
              <a:t>• Verify identity of individuals.</a:t>
            </a:r>
          </a:p>
          <a:p>
            <a:r>
              <a:t>• Ensure authenticity of digital signatures.</a:t>
            </a:r>
          </a:p>
          <a:p>
            <a:r>
              <a:t>• Maintain electronic certification database.</a:t>
            </a:r>
          </a:p>
          <a:p>
            <a:r>
              <a:t>• Vital part of digital security framework.</a:t>
            </a:r>
          </a:p>
          <a:p>
            <a:r>
              <a:t>• Enhance trust in e-transactions.</a:t>
            </a:r>
          </a:p>
          <a:p>
            <a:r>
              <a:t>• Support secure corporate operations.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Appellate Tribunal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Set up to hear cyber offense appeals.</a:t>
            </a:r>
          </a:p>
          <a:p>
            <a:r>
              <a:t>• Ensures quick redressal of cases.</a:t>
            </a:r>
          </a:p>
          <a:p>
            <a:r>
              <a:t>• Handles disputes under IT Act.</a:t>
            </a:r>
          </a:p>
          <a:p>
            <a:r>
              <a:t>• Deals with digital signature violations.</a:t>
            </a:r>
          </a:p>
          <a:p>
            <a:r>
              <a:t>• Provides efficient justice delivery.</a:t>
            </a:r>
          </a:p>
          <a:p>
            <a:r>
              <a:t>• Supports legal framework of cyberspace.</a:t>
            </a:r>
          </a:p>
          <a:p>
            <a:r>
              <a:t>• Improves cybercrime adjudication.</a:t>
            </a:r>
          </a:p>
          <a:p>
            <a:r>
              <a:t>• Strengthens institutional mechanisms.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Indian Computer Emergency Response Team (CERT-In)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National agency for cybersecurity incidents.</a:t>
            </a:r>
          </a:p>
          <a:p>
            <a:r>
              <a:t>• Monitors and analyses cyber threats.</a:t>
            </a:r>
          </a:p>
          <a:p>
            <a:r>
              <a:t>• Issues warnings and advisories.</a:t>
            </a:r>
          </a:p>
          <a:p>
            <a:r>
              <a:t>• Coordinates emergency responses.</a:t>
            </a:r>
          </a:p>
          <a:p>
            <a:r>
              <a:t>• Promotes awareness about cyber safety.</a:t>
            </a:r>
          </a:p>
          <a:p>
            <a:r>
              <a:t>• Supports government and private sectors.</a:t>
            </a:r>
          </a:p>
          <a:p>
            <a:r>
              <a:t>• Investigates major cyberattacks.</a:t>
            </a:r>
          </a:p>
          <a:p>
            <a:r>
              <a:t>• Keeps national cyberspace secure.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Policies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National Cybersecurity Policy launched in 2013.</a:t>
            </a:r>
          </a:p>
          <a:p>
            <a:r>
              <a:t>• Aims for secure and resilient cyberspace.</a:t>
            </a:r>
          </a:p>
          <a:p>
            <a:r>
              <a:t>• Protects critical infrastructure.</a:t>
            </a:r>
          </a:p>
          <a:p>
            <a:r>
              <a:t>• Promotes cybersecurity awareness.</a:t>
            </a:r>
          </a:p>
          <a:p>
            <a:r>
              <a:t>• Encourages cybersecurity research.</a:t>
            </a:r>
          </a:p>
          <a:p>
            <a:r>
              <a:t>• Supports public-private partnerships.</a:t>
            </a:r>
          </a:p>
          <a:p>
            <a:r>
              <a:t>• Strengthens cyber law enforcement.</a:t>
            </a:r>
          </a:p>
          <a:p>
            <a:r>
              <a:t>• Ensures national digital protection.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Protection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IT Act ensures basic data protection.</a:t>
            </a:r>
          </a:p>
          <a:p>
            <a:r>
              <a:t>• Rules require organizations to safeguard data.</a:t>
            </a:r>
          </a:p>
          <a:p>
            <a:r>
              <a:t>• Consent required for sensitive information.</a:t>
            </a:r>
          </a:p>
          <a:p>
            <a:r>
              <a:t>• Defines sensitive personal data categories.</a:t>
            </a:r>
          </a:p>
          <a:p>
            <a:r>
              <a:t>• Penalties exist for misuse of data.</a:t>
            </a:r>
          </a:p>
          <a:p>
            <a:r>
              <a:t>• Encourages corporate responsibility.</a:t>
            </a:r>
          </a:p>
          <a:p>
            <a:r>
              <a:t>• Ensures safe digital environment.</a:t>
            </a:r>
          </a:p>
          <a:p>
            <a:r>
              <a:t>• Promotes data privacy for citizens.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Personal Data Protection Act (DPDP)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New law regulating personal data usage.</a:t>
            </a:r>
          </a:p>
          <a:p>
            <a:r>
              <a:t>• Covers data processing obligations.</a:t>
            </a:r>
          </a:p>
          <a:p>
            <a:r>
              <a:t>• Defines rights of individuals.</a:t>
            </a:r>
          </a:p>
          <a:p>
            <a:r>
              <a:t>• Mandates consent-based data usage.</a:t>
            </a:r>
          </a:p>
          <a:p>
            <a:r>
              <a:t>• Strengthens data privacy measures.</a:t>
            </a:r>
          </a:p>
          <a:p>
            <a:r>
              <a:t>• Penalties for data breaches.</a:t>
            </a:r>
          </a:p>
          <a:p>
            <a:r>
              <a:t>• Applies to government and companies.</a:t>
            </a:r>
          </a:p>
          <a:p>
            <a:r>
              <a:t>• Modernizes India’s data protection regime.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Ethics &amp; Digital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Encourages responsible internet behavior.</a:t>
            </a:r>
          </a:p>
          <a:p>
            <a:r>
              <a:t>• Promotes respect for others online.</a:t>
            </a:r>
          </a:p>
          <a:p>
            <a:r>
              <a:t>• Discourages cyberbullying.</a:t>
            </a:r>
          </a:p>
          <a:p>
            <a:r>
              <a:t>• Supports ethical use of technology.</a:t>
            </a:r>
          </a:p>
          <a:p>
            <a:r>
              <a:t>• Raise awareness about online risks.</a:t>
            </a:r>
          </a:p>
          <a:p>
            <a:r>
              <a:t>• Protects vulnerable users.</a:t>
            </a:r>
          </a:p>
          <a:p>
            <a:r>
              <a:t>• Ensures safe digital interactions.</a:t>
            </a:r>
          </a:p>
          <a:p>
            <a:r>
              <a:t>• Strengthens digital citizenship.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and Cyber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Cyber laws govern online transactions.</a:t>
            </a:r>
          </a:p>
          <a:p>
            <a:r>
              <a:t>• Ensure secure payment systems.</a:t>
            </a:r>
          </a:p>
          <a:p>
            <a:r>
              <a:t>• Protect customers from fraud.</a:t>
            </a:r>
          </a:p>
          <a:p>
            <a:r>
              <a:t>• Support online business growth.</a:t>
            </a:r>
          </a:p>
          <a:p>
            <a:r>
              <a:t>• Regulate digital marketplace activities.</a:t>
            </a:r>
          </a:p>
          <a:p>
            <a:r>
              <a:t>• Address disputes between buyers and sellers.</a:t>
            </a:r>
          </a:p>
          <a:p>
            <a:r>
              <a:t>• Enhance trust in e-commerce.</a:t>
            </a:r>
          </a:p>
          <a:p>
            <a:r>
              <a:t>• Promote digital retail expansion.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Forensics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Helps investigate digital crimes.</a:t>
            </a:r>
          </a:p>
          <a:p>
            <a:r>
              <a:t>• Collects and analyses digital evidence.</a:t>
            </a:r>
          </a:p>
          <a:p>
            <a:r>
              <a:t>• Supports law enforcement agencies.</a:t>
            </a:r>
          </a:p>
          <a:p>
            <a:r>
              <a:t>• Used in court proceedings.</a:t>
            </a:r>
          </a:p>
          <a:p>
            <a:r>
              <a:t>• Includes recovery of deleted files.</a:t>
            </a:r>
          </a:p>
          <a:p>
            <a:r>
              <a:t>• Used in fraud and hacking cases.</a:t>
            </a:r>
          </a:p>
          <a:p>
            <a:r>
              <a:t>• Requires specialized expertise.</a:t>
            </a:r>
          </a:p>
          <a:p>
            <a:r>
              <a:t>• Enhances cybercrime resolution.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Cyber Law Enforcement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Cybercrimes evolve rapidly.</a:t>
            </a:r>
          </a:p>
          <a:p>
            <a:r>
              <a:t>• Lack of cyber awareness among public.</a:t>
            </a:r>
          </a:p>
          <a:p>
            <a:r>
              <a:t>• Skilled hackers target vulnerabilities.</a:t>
            </a:r>
          </a:p>
          <a:p>
            <a:r>
              <a:t>• Cross-border jurisdiction issues.</a:t>
            </a:r>
          </a:p>
          <a:p>
            <a:r>
              <a:t>• Slow legal processing.</a:t>
            </a:r>
          </a:p>
          <a:p>
            <a:r>
              <a:t>• Shortage of trained cyber experts.</a:t>
            </a:r>
          </a:p>
          <a:p>
            <a:r>
              <a:t>• Need for advanced technologies.</a:t>
            </a:r>
          </a:p>
          <a:p>
            <a:r>
              <a:t>• Requires global cooperation.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Cyber Law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Stronger data privacy frameworks ahead.</a:t>
            </a:r>
          </a:p>
          <a:p>
            <a:r>
              <a:t>• More AI-driven cyber policies.</a:t>
            </a:r>
          </a:p>
          <a:p>
            <a:r>
              <a:t>• Growth in digital forensics.</a:t>
            </a:r>
          </a:p>
          <a:p>
            <a:r>
              <a:t>• Better cybersecurity infrastructure.</a:t>
            </a:r>
          </a:p>
          <a:p>
            <a:r>
              <a:t>• Need for stricter online regulation.</a:t>
            </a:r>
          </a:p>
          <a:p>
            <a:r>
              <a:t>• Enhanced international cooperation.</a:t>
            </a:r>
          </a:p>
          <a:p>
            <a:r>
              <a:t>• More awareness among citizens.</a:t>
            </a:r>
          </a:p>
          <a:p>
            <a:r>
              <a:t>• Cyber law will continue evolving.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